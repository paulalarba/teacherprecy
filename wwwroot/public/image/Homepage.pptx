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5835" y="280670"/>
            <a:ext cx="8428990" cy="6243320"/>
          </a:xfrm>
        </p:spPr>
        <p:txBody>
          <a:bodyPr/>
          <a:p>
            <a:pPr algn="ctr"/>
            <a:r>
              <a:rPr lang="en-US" altLang="en-GB" sz="4800"/>
              <a:t>Hi, I'm Precy Alarba</a:t>
            </a:r>
            <a:r>
              <a:rPr lang="en-PH" altLang="en-US" sz="4800"/>
              <a:t>.</a:t>
            </a:r>
            <a:br>
              <a:rPr lang="en-US" altLang="en-GB" sz="4800"/>
            </a:br>
            <a:r>
              <a:rPr lang="en-PH" altLang="en-US" sz="4800"/>
              <a:t>Special Education Teacher and a Sign Language Interpreter</a:t>
            </a:r>
            <a:br>
              <a:rPr lang="en-PH" altLang="en-US" sz="4800"/>
            </a:br>
            <a:r>
              <a:rPr lang="en-PH" altLang="en-US" sz="4800"/>
              <a:t>I am willing to help you learn the Filipino Sign Language.</a:t>
            </a:r>
            <a:br>
              <a:rPr lang="en-US" altLang="en-GB" sz="4800"/>
            </a:br>
            <a:r>
              <a:rPr lang="en-US" altLang="en-GB" sz="4800"/>
              <a:t>Call-to-action buttons:</a:t>
            </a:r>
            <a:br>
              <a:rPr lang="en-US" altLang="en-GB" sz="4800"/>
            </a:br>
            <a:r>
              <a:rPr lang="en-US" altLang="en-GB" sz="4800"/>
              <a:t>View Courses</a:t>
            </a:r>
            <a:br>
              <a:rPr lang="en-US" altLang="en-GB" sz="4800"/>
            </a:br>
            <a:r>
              <a:rPr lang="en-US" altLang="en-GB" sz="4800"/>
              <a:t>Book a Session</a:t>
            </a:r>
            <a:r>
              <a:rPr lang="en-PH" altLang="en-US" sz="4800"/>
              <a:t> Now!</a:t>
            </a:r>
            <a:endParaRPr lang="en-PH" altLang="en-US" sz="4800"/>
          </a:p>
        </p:txBody>
      </p:sp>
      <p:pic>
        <p:nvPicPr>
          <p:cNvPr id="4" name="Picture 3" descr="3f8846f3-f10a-406a-a6bd-437e586ff5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1219200"/>
            <a:ext cx="3235325" cy="4420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245" y="82550"/>
            <a:ext cx="5873750" cy="1325880"/>
          </a:xfrm>
        </p:spPr>
        <p:txBody>
          <a:bodyPr>
            <a:noAutofit/>
          </a:bodyPr>
          <a:p>
            <a:r>
              <a:rPr lang="en-PH" altLang="en-GB" b="1">
                <a:solidFill>
                  <a:srgbClr val="FF0000"/>
                </a:solidFill>
              </a:rPr>
              <a:t>My Story and Educational Background</a:t>
            </a:r>
            <a:endParaRPr lang="en-PH" altLang="en-GB" b="1">
              <a:solidFill>
                <a:srgbClr val="FF0000"/>
              </a:solidFill>
            </a:endParaRPr>
          </a:p>
        </p:txBody>
      </p:sp>
      <p:pic>
        <p:nvPicPr>
          <p:cNvPr id="4" name="Content Placeholder 3" descr="ffea28db-6a76-4dfe-a288-a4fadde4e9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99275" y="3429000"/>
            <a:ext cx="3039745" cy="3246120"/>
          </a:xfrm>
          <a:prstGeom prst="rect">
            <a:avLst/>
          </a:prstGeom>
        </p:spPr>
      </p:pic>
      <p:pic>
        <p:nvPicPr>
          <p:cNvPr id="5" name="Picture 4" descr="608b1ae0-7c4f-4c8d-9815-97c183f83c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155" y="268605"/>
            <a:ext cx="3110865" cy="2967990"/>
          </a:xfrm>
          <a:prstGeom prst="rect">
            <a:avLst/>
          </a:prstGeom>
        </p:spPr>
      </p:pic>
      <p:pic>
        <p:nvPicPr>
          <p:cNvPr id="6" name="Picture 5" descr="3905799d-cb2d-405d-bc15-1416ca2bf5f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408430"/>
            <a:ext cx="2967990" cy="3149600"/>
          </a:xfrm>
          <a:prstGeom prst="rect">
            <a:avLst/>
          </a:prstGeom>
        </p:spPr>
      </p:pic>
      <p:pic>
        <p:nvPicPr>
          <p:cNvPr id="7" name="Picture 6" descr="5ccc033f-27dd-40a9-a12a-660225c639c8"/>
          <p:cNvPicPr>
            <a:picLocks noChangeAspect="1"/>
          </p:cNvPicPr>
          <p:nvPr/>
        </p:nvPicPr>
        <p:blipFill>
          <a:blip r:embed="rId4"/>
          <a:srcRect l="13095" t="4769"/>
          <a:stretch>
            <a:fillRect/>
          </a:stretch>
        </p:blipFill>
        <p:spPr>
          <a:xfrm>
            <a:off x="3656330" y="1408430"/>
            <a:ext cx="2526665" cy="32054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93090" y="5031105"/>
            <a:ext cx="5334000" cy="122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000"/>
              <a:t>When I first learned how to dream, I always wanted to become a teacher because I want to help children. </a:t>
            </a:r>
            <a:endParaRPr lang="en-PH" altLang="en-GB" sz="2000"/>
          </a:p>
        </p:txBody>
      </p:sp>
      <p:sp>
        <p:nvSpPr>
          <p:cNvPr id="9" name="Text Box 8"/>
          <p:cNvSpPr txBox="1"/>
          <p:nvPr/>
        </p:nvSpPr>
        <p:spPr>
          <a:xfrm>
            <a:off x="10128885" y="365125"/>
            <a:ext cx="1793875" cy="279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000"/>
              <a:t>In 2019, I graduated with a Bachelor Elementary Education, major in Special Education</a:t>
            </a:r>
            <a:endParaRPr lang="en-PH" altLang="en-GB" sz="2000"/>
          </a:p>
        </p:txBody>
      </p:sp>
      <p:sp>
        <p:nvSpPr>
          <p:cNvPr id="10" name="Text Box 9"/>
          <p:cNvSpPr txBox="1"/>
          <p:nvPr/>
        </p:nvSpPr>
        <p:spPr>
          <a:xfrm>
            <a:off x="10129520" y="3507105"/>
            <a:ext cx="1905000" cy="298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000"/>
              <a:t>In 2022, I completed a Masters of Arts in Education major in Special Education and I am currently pursuing my doctoral degree. </a:t>
            </a:r>
            <a:endParaRPr lang="en-PH" altLang="en-GB" sz="2000"/>
          </a:p>
        </p:txBody>
      </p:sp>
      <p:sp>
        <p:nvSpPr>
          <p:cNvPr id="3" name="Text Box 2"/>
          <p:cNvSpPr txBox="1"/>
          <p:nvPr/>
        </p:nvSpPr>
        <p:spPr>
          <a:xfrm>
            <a:off x="4352290" y="537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1"/>
          <p:cNvSpPr>
            <a:spLocks noGrp="1"/>
          </p:cNvSpPr>
          <p:nvPr/>
        </p:nvSpPr>
        <p:spPr>
          <a:xfrm>
            <a:off x="309245" y="82550"/>
            <a:ext cx="367982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altLang="en-GB" b="1">
                <a:solidFill>
                  <a:srgbClr val="FF0000"/>
                </a:solidFill>
              </a:rPr>
              <a:t>Professional Expertise</a:t>
            </a:r>
            <a:endParaRPr lang="en-PH" altLang="en-GB" b="1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1312545"/>
            <a:ext cx="2748280" cy="3717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25458" t="18167" r="29307" b="20463"/>
          <a:stretch>
            <a:fillRect/>
          </a:stretch>
        </p:blipFill>
        <p:spPr>
          <a:xfrm>
            <a:off x="3427730" y="1233805"/>
            <a:ext cx="2654935" cy="2026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3005" t="16769" r="22026" b="17324"/>
          <a:stretch>
            <a:fillRect/>
          </a:stretch>
        </p:blipFill>
        <p:spPr>
          <a:xfrm>
            <a:off x="3308350" y="3848735"/>
            <a:ext cx="2774315" cy="18713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l="29391" t="17991" r="23797" b="15926"/>
          <a:stretch>
            <a:fillRect/>
          </a:stretch>
        </p:blipFill>
        <p:spPr>
          <a:xfrm>
            <a:off x="6279515" y="437515"/>
            <a:ext cx="2851150" cy="22644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l="22703" t="12574" r="23109" b="18898"/>
          <a:stretch>
            <a:fillRect/>
          </a:stretch>
        </p:blipFill>
        <p:spPr>
          <a:xfrm>
            <a:off x="6627495" y="4579620"/>
            <a:ext cx="2923540" cy="20802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rcRect l="13557" t="31454" r="45641" b="6657"/>
          <a:stretch>
            <a:fillRect/>
          </a:stretch>
        </p:blipFill>
        <p:spPr>
          <a:xfrm>
            <a:off x="9419590" y="2032000"/>
            <a:ext cx="2456180" cy="262699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08610" y="5166360"/>
            <a:ext cx="2748280" cy="136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000"/>
              <a:t>I studied and learned Filipino Sign Language since 2017. </a:t>
            </a:r>
            <a:endParaRPr lang="en-PH" altLang="en-GB" sz="2000"/>
          </a:p>
        </p:txBody>
      </p:sp>
      <p:sp>
        <p:nvSpPr>
          <p:cNvPr id="11" name="Text Box 10"/>
          <p:cNvSpPr txBox="1"/>
          <p:nvPr/>
        </p:nvSpPr>
        <p:spPr>
          <a:xfrm>
            <a:off x="6327140" y="2852420"/>
            <a:ext cx="2685415" cy="160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1600" b="1"/>
              <a:t>I am teaching and volunteering in  any activities(seminars, court case, handling classes both face to face and online) that may include Deaf community.</a:t>
            </a:r>
            <a:endParaRPr lang="en-PH" altLang="en-GB" sz="1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048250" cy="1325880"/>
          </a:xfrm>
        </p:spPr>
        <p:txBody>
          <a:bodyPr/>
          <a:p>
            <a:r>
              <a:rPr lang="en-PH" altLang="en-GB">
                <a:solidFill>
                  <a:srgbClr val="FF0000"/>
                </a:solidFill>
              </a:rPr>
              <a:t>Skills and Expertise</a:t>
            </a:r>
            <a:endParaRPr lang="en-PH" altLang="en-GB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38200" y="1691005"/>
            <a:ext cx="3616960" cy="26625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89660" y="4735195"/>
            <a:ext cx="320103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PH" altLang="en-GB" sz="2800" b="1"/>
              <a:t>I can interpret a song using sign language</a:t>
            </a:r>
            <a:endParaRPr lang="en-PH" altLang="en-GB" sz="2800" b="1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600575" y="1691005"/>
            <a:ext cx="2897505" cy="266192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986020" y="4735195"/>
            <a:ext cx="2290445" cy="1532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400" b="1"/>
              <a:t>I interpret in any kind of webinars or seminars.</a:t>
            </a:r>
            <a:endParaRPr lang="en-PH" altLang="en-GB" sz="2400" b="1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643495" y="365125"/>
            <a:ext cx="2110740" cy="263144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7694930" y="4477385"/>
            <a:ext cx="2380615" cy="226250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9754235" y="365125"/>
            <a:ext cx="2224405" cy="249936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8503920" y="3053080"/>
            <a:ext cx="3065780" cy="1203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b="1"/>
              <a:t>I am a public school teacher, I can teach children with any special educatioanl needs.</a:t>
            </a:r>
            <a:endParaRPr lang="en-PH" altLang="en-GB" b="1"/>
          </a:p>
        </p:txBody>
      </p:sp>
      <p:sp>
        <p:nvSpPr>
          <p:cNvPr id="12" name="Text Box 11"/>
          <p:cNvSpPr txBox="1"/>
          <p:nvPr/>
        </p:nvSpPr>
        <p:spPr>
          <a:xfrm>
            <a:off x="10493375" y="4518025"/>
            <a:ext cx="1364615" cy="1948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PH" altLang="en-GB" sz="2400" b="1"/>
              <a:t>I can also write and read using Braille. </a:t>
            </a:r>
            <a:endParaRPr lang="en-PH" altLang="en-GB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PH" altLang="en-US"/>
              <a:t>Contact Info</a:t>
            </a:r>
            <a:br>
              <a:rPr lang="en-US" altLang="en-GB"/>
            </a:b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PH" altLang="en-GB"/>
              <a:t>Gmail: successfulprecy@gmail.com</a:t>
            </a:r>
            <a:endParaRPr lang="en-PH" altLang="en-GB"/>
          </a:p>
          <a:p>
            <a:pPr marL="0" indent="0">
              <a:buNone/>
            </a:pPr>
            <a:r>
              <a:rPr lang="en-PH" altLang="en-GB"/>
              <a:t>FB Links: </a:t>
            </a:r>
            <a:r>
              <a:rPr lang="en-US" altLang="en-GB"/>
              <a:t>https://www.facebook.com/share/1HR8tnVdYS/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WPS Presentation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Hi, I'm Precy Alarba. Special Education Teacher and a Sign Language Interpreter I am willing to help you learn the Filipino Sign Language. Call-to-action buttons: View Courses Book a Session Now!</vt:lpstr>
      <vt:lpstr>2. My Story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precy</dc:creator>
  <cp:lastModifiedBy>Precy Alarba</cp:lastModifiedBy>
  <cp:revision>5</cp:revision>
  <dcterms:created xsi:type="dcterms:W3CDTF">2025-07-23T00:59:00Z</dcterms:created>
  <dcterms:modified xsi:type="dcterms:W3CDTF">2026-06-07T08:07:29Z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E5D250E0DC8949B29383E95366D5015C_11</vt:lpwstr>
  </property>
  <property fmtid="{D5CDD505-2E9C-101B-9397-08002B2CF9AE}" pid="3" name="KSOProductBuildVer">
    <vt:lpwstr>2057-12.2.0.23202</vt:lpwstr>
  </property>
</Properties>
</file>